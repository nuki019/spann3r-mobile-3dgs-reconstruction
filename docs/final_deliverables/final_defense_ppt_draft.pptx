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2ee44df4304e79" /><Relationship Type="http://schemas.openxmlformats.org/officeDocument/2006/relationships/extended-properties" Target="/docProps/app.xml" Id="Rb95f81c05ed74771" /><Relationship Type="http://schemas.openxmlformats.org/officeDocument/2006/relationships/officeDocument" Target="/ppt/presentation.xml" Id="R562ca1233a274d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bb94aabd6e47aa"/>
  </p:sldMasterIdLst>
  <p:notesMasterIdLst>
    <p:notesMasterId xmlns:r="http://schemas.openxmlformats.org/officeDocument/2006/relationships" r:id="R5b39190797f94046"/>
  </p:notesMasterIdLst>
  <p:sldIdLst>
    <p:sldId xmlns:r="http://schemas.openxmlformats.org/officeDocument/2006/relationships" id="256" r:id="R66120eed52224afe"/>
    <p:sldId xmlns:r="http://schemas.openxmlformats.org/officeDocument/2006/relationships" id="257" r:id="Ra79997078aab473e"/>
    <p:sldId xmlns:r="http://schemas.openxmlformats.org/officeDocument/2006/relationships" id="258" r:id="R4594f27ce1a54091"/>
    <p:sldId xmlns:r="http://schemas.openxmlformats.org/officeDocument/2006/relationships" id="259" r:id="R30e8befd4e1047ad"/>
    <p:sldId xmlns:r="http://schemas.openxmlformats.org/officeDocument/2006/relationships" id="260" r:id="R153175ee19b244ac"/>
    <p:sldId xmlns:r="http://schemas.openxmlformats.org/officeDocument/2006/relationships" id="261" r:id="R4ff6836dafb94892"/>
    <p:sldId xmlns:r="http://schemas.openxmlformats.org/officeDocument/2006/relationships" id="262" r:id="R2c90e5eb22414cee"/>
    <p:sldId xmlns:r="http://schemas.openxmlformats.org/officeDocument/2006/relationships" id="263" r:id="R57bb625bb9144059"/>
    <p:sldId xmlns:r="http://schemas.openxmlformats.org/officeDocument/2006/relationships" id="264" r:id="R9e4ae7f0903e49ec"/>
    <p:sldId xmlns:r="http://schemas.openxmlformats.org/officeDocument/2006/relationships" id="265" r:id="R04276da3009642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b94aabd6e47aa" /><Relationship Type="http://schemas.openxmlformats.org/officeDocument/2006/relationships/theme" Target="/ppt/theme/theme1.xml" Id="R0b7caf51d7304cd5" /><Relationship Type="http://schemas.openxmlformats.org/officeDocument/2006/relationships/notesMaster" Target="/ppt/notesMasters/notesMaster1.xml" Id="R5b39190797f94046" /><Relationship Type="http://schemas.openxmlformats.org/officeDocument/2006/relationships/presProps" Target="/ppt/presProps.xml" Id="R5223d971faef45c0" /><Relationship Type="http://schemas.openxmlformats.org/officeDocument/2006/relationships/viewProps" Target="/ppt/viewProps.xml" Id="R37c171bb93164c84" /><Relationship Type="http://schemas.openxmlformats.org/officeDocument/2006/relationships/tableStyles" Target="/ppt/tableStyles.xml" Id="R0ff246822b204c49" /><Relationship Type="http://schemas.openxmlformats.org/officeDocument/2006/relationships/slide" Target="/ppt/slides/slide1.xml" Id="R66120eed52224afe" /><Relationship Type="http://schemas.openxmlformats.org/officeDocument/2006/relationships/slide" Target="/ppt/slides/slide2.xml" Id="Ra79997078aab473e" /><Relationship Type="http://schemas.openxmlformats.org/officeDocument/2006/relationships/slide" Target="/ppt/slides/slide3.xml" Id="R4594f27ce1a54091" /><Relationship Type="http://schemas.openxmlformats.org/officeDocument/2006/relationships/slide" Target="/ppt/slides/slide4.xml" Id="R30e8befd4e1047ad" /><Relationship Type="http://schemas.openxmlformats.org/officeDocument/2006/relationships/slide" Target="/ppt/slides/slide5.xml" Id="R153175ee19b244ac" /><Relationship Type="http://schemas.openxmlformats.org/officeDocument/2006/relationships/slide" Target="/ppt/slides/slide6.xml" Id="R4ff6836dafb94892" /><Relationship Type="http://schemas.openxmlformats.org/officeDocument/2006/relationships/slide" Target="/ppt/slides/slide7.xml" Id="R2c90e5eb22414cee" /><Relationship Type="http://schemas.openxmlformats.org/officeDocument/2006/relationships/slide" Target="/ppt/slides/slide8.xml" Id="R57bb625bb9144059" /><Relationship Type="http://schemas.openxmlformats.org/officeDocument/2006/relationships/slide" Target="/ppt/slides/slide9.xml" Id="R9e4ae7f0903e49ec" /><Relationship Type="http://schemas.openxmlformats.org/officeDocument/2006/relationships/slide" Target="/ppt/slides/slide10.xml" Id="R04276da3009642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581c62b42e46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913dd7ea1425f" /><Relationship Type="http://schemas.openxmlformats.org/officeDocument/2006/relationships/notesMaster" Target="/ppt/notesMasters/notesMaster1.xml" Id="R355596ed55a8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f27930c5e459c" /><Relationship Type="http://schemas.openxmlformats.org/officeDocument/2006/relationships/notesMaster" Target="/ppt/notesMasters/notesMaster1.xml" Id="R61f3d8bd9c49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e40e0566e34c19" /><Relationship Type="http://schemas.openxmlformats.org/officeDocument/2006/relationships/notesMaster" Target="/ppt/notesMasters/notesMaster1.xml" Id="R00f21b28d61949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4412b2ada241e9" /><Relationship Type="http://schemas.openxmlformats.org/officeDocument/2006/relationships/notesMaster" Target="/ppt/notesMasters/notesMaster1.xml" Id="R857d4639ab5e46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d9e4bf5b0499e" /><Relationship Type="http://schemas.openxmlformats.org/officeDocument/2006/relationships/notesMaster" Target="/ppt/notesMasters/notesMaster1.xml" Id="R2412944e26214c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50cf32db0e4c3d" /><Relationship Type="http://schemas.openxmlformats.org/officeDocument/2006/relationships/notesMaster" Target="/ppt/notesMasters/notesMaster1.xml" Id="R2d4b1715675249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01f2c7cb3e4bc1" /><Relationship Type="http://schemas.openxmlformats.org/officeDocument/2006/relationships/notesMaster" Target="/ppt/notesMasters/notesMaster1.xml" Id="R6eae4f9d453b46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7ea4775bd7485e" /><Relationship Type="http://schemas.openxmlformats.org/officeDocument/2006/relationships/notesMaster" Target="/ppt/notesMasters/notesMaster1.xml" Id="Ra94cf7ee05e549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9b1f69e6854ec3" /><Relationship Type="http://schemas.openxmlformats.org/officeDocument/2006/relationships/notesMaster" Target="/ppt/notesMasters/notesMaster1.xml" Id="R67d39cffb5aa4e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31c9e4233e47f2" /><Relationship Type="http://schemas.openxmlformats.org/officeDocument/2006/relationships/notesMaster" Target="/ppt/notesMasters/notesMaster1.xml" Id="R191cc9f71bf14e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a0cf26bd348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815056ef95b4b5a" /><Relationship Type="http://schemas.openxmlformats.org/officeDocument/2006/relationships/slideLayout" Target="/ppt/slideLayouts/slideLayout2.xml" Id="Rd71ed53b71e2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1ed53b71e2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c99c932f4848d5" /><Relationship Type="http://schemas.openxmlformats.org/officeDocument/2006/relationships/image" Target="/ppt/media/image.png" Id="R1c7628f3b9cf4569" /><Relationship Type="http://schemas.openxmlformats.org/officeDocument/2006/relationships/notesSlide" Target="/ppt/notesSlides/notesSlide1.xml" Id="Rc1d3a99ac9d9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5198d4ff0432f" /><Relationship Type="http://schemas.openxmlformats.org/officeDocument/2006/relationships/notesSlide" Target="/ppt/notesSlides/notesSlide2.xml" Id="Rb10e26633431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639d6b9c947eb" /><Relationship Type="http://schemas.openxmlformats.org/officeDocument/2006/relationships/notesSlide" Target="/ppt/notesSlides/notesSlide3.xml" Id="R28b9bee3f9a241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793294b8c94b60" /><Relationship Type="http://schemas.openxmlformats.org/officeDocument/2006/relationships/notesSlide" Target="/ppt/notesSlides/notesSlide4.xml" Id="Ra3034410e7f0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2c0d6119eb42ae" /><Relationship Type="http://schemas.openxmlformats.org/officeDocument/2006/relationships/image" Target="/ppt/media/image.jpeg" Id="R429ce269c984485a" /><Relationship Type="http://schemas.openxmlformats.org/officeDocument/2006/relationships/image" Target="/ppt/media/image2.png" Id="Rc366aec4a4f54d9f" /><Relationship Type="http://schemas.openxmlformats.org/officeDocument/2006/relationships/notesSlide" Target="/ppt/notesSlides/notesSlide5.xml" Id="Rb13714e0e5ae4c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d7cbca359d43f5" /><Relationship Type="http://schemas.openxmlformats.org/officeDocument/2006/relationships/image" Target="/ppt/media/image3.png" Id="R905958a5f0e44b3c" /><Relationship Type="http://schemas.openxmlformats.org/officeDocument/2006/relationships/image" Target="/ppt/media/image4.png" Id="R4422967b38864a45" /><Relationship Type="http://schemas.openxmlformats.org/officeDocument/2006/relationships/notesSlide" Target="/ppt/notesSlides/notesSlide6.xml" Id="R21260932187040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34a9dcff842d5" /><Relationship Type="http://schemas.openxmlformats.org/officeDocument/2006/relationships/image" Target="/ppt/media/image5.png" Id="R9226b6512934459b" /><Relationship Type="http://schemas.openxmlformats.org/officeDocument/2006/relationships/notesSlide" Target="/ppt/notesSlides/notesSlide7.xml" Id="R4272cde6ab314f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8eccc0c030426c" /><Relationship Type="http://schemas.openxmlformats.org/officeDocument/2006/relationships/image" Target="/ppt/media/image6.png" Id="Re8c6da100e4d408d" /><Relationship Type="http://schemas.openxmlformats.org/officeDocument/2006/relationships/image" Target="/ppt/media/image7.png" Id="R3585b5978df244bd" /><Relationship Type="http://schemas.openxmlformats.org/officeDocument/2006/relationships/notesSlide" Target="/ppt/notesSlides/notesSlide8.xml" Id="R1831f2f7a49543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a669bc6994b8a" /><Relationship Type="http://schemas.openxmlformats.org/officeDocument/2006/relationships/image" Target="/ppt/media/image8.png" Id="Ra24c08f1781c4b3d" /><Relationship Type="http://schemas.openxmlformats.org/officeDocument/2006/relationships/notesSlide" Target="/ppt/notesSlides/notesSlide9.xml" Id="R1defc66a8d424d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64b22b5c664c86" /><Relationship Type="http://schemas.openxmlformats.org/officeDocument/2006/relationships/notesSlide" Target="/ppt/notesSlides/notesSlide10.xml" Id="R5bd5a97492114f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D7A7DD-4F91-4E24-A781-7FFE946F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628f3b9cf4569"/>
          <a:srcRect xmlns:a="http://schemas.openxmlformats.org/drawingml/2006/main" l="0" t="3067" r="0" b="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590550"/>
            <a:ext cx="5143500" cy="3352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AB7B4-D3E5-4DA3-9A4F-705F6005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"/>
            <a:ext cx="5562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EF5E3-5821-4B40-9B22-11AAC48D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结题答辩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8AAA6-C941-4E3C-8202-F81FF217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Spann3R + Splatfacto 的移动端 3D 场景重建系统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AD5F6-5107-450D-ABEB-E950848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从双筛关键帧采集，到 3DGS 训练、Viewer 预览与点云下载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D4EEF-7314-4A89-9AA2-ADC8AD57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2F70E-4D75-4F7C-8D3E-4D892F7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6A206-6B58-48BF-A035-FBF2B8F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0B31E-5744-4971-AEEF-F3369BF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66 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E41E1-CFA8-432C-B8DB-5A2C5681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桌面视频抽帧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E5C95-6B94-4CE3-9545-60AB540F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24ABE-3629-48B7-8158-72A3EEEF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68BC3-9804-43EC-B121-78BD4C3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F31A0-6E59-4372-9B21-BC949E17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386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11 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69374-A3C4-4944-8567-D83EFAD7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815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进入 Spann3R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9376F-79AD-4F74-BCB8-5D7EFDF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BED29-1C4A-4105-B15F-587FB615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A9CB7-8FBF-41D9-BB5F-D0B8128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100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C0439-4554-45B6-BEC1-ACB5604C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386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splat.ply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00707-8F26-4156-BDCA-5887DD9F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815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可下载结果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321E0-BBB8-44BF-B353-11BF8E5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2026.06.03 端到端测试</a:t>
            </a:r>
          </a:p>
        </p:txBody>
      </p:sp>
    </p:spTree>
    <p:extLst>
      <p:ext uri="{BB962C8B-B14F-4D97-AF65-F5344CB8AC3E}">
        <p14:creationId xmlns:p14="http://schemas.microsoft.com/office/powerpoint/2010/main" val="376325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DEF1F-FC54-4A58-8E39-4FF85335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0ECDE-6CAB-4F1A-BD06-963EC680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90CF6-D0B5-4B22-AB16-A55B795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移动端 3D 重建的难点不是单个模型，而是可用闭环。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1E0AF-0C3B-4A1B-BBEA-AC184DFE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A61BE-95F3-47BB-A962-E05D66E7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E5151-CBEA-4502-B87D-D2AA1474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933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手机输入是非标定、多抖动、多模糊、多重复帧的数据。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79277-8D40-492C-A922-B3BF8373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10587-3B32-4AEB-8325-4F5C06A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4933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传统几何流程对采集规范和外部依赖更敏感。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9AA8A-D04E-4676-8C63-F90317AE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8502D-BF76-499B-B1BD-3564ACB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933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只跑训练脚本不等于用户能预览、下载和复用结果。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8B6C0-5A51-4F11-9BDA-C29356EB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0ACDA-B0E8-4C11-8825-3AE2CD17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933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本项目把采集、训练、预览、下载放进同一条可复核链路。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DC6B2-81A3-4354-BFD5-213565D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286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4986C-4F29-42DB-805A-FC9B77D5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431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结题验收看四件事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0D0ED-5ABC-4CA1-BFB2-F13FD4C2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28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66D92-84BF-4A21-8244-8B0CFA2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293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上传是否可靠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B1814-716E-4F1F-8AD6-ADB9F6D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6EFD6-161D-4BC8-81CF-B43AEAD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9900"/>
            <a:ext cx="293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训练是否跑通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EDD79-A62D-4E6F-9326-A4A029E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E9669-E6E7-4098-8EEE-F1E52BB4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67100"/>
            <a:ext cx="293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预览是否可交互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1AFBE-7CC2-4B5F-9314-59EA5E2A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73C3C-0B82-47D5-9BD1-AAE70CA3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24300"/>
            <a:ext cx="2933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结果是否能下载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68C74-CFCC-43F6-B539-4B1C674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0B4EA-4AF6-4B5D-BA28-F0C2341E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8331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A4F22-750B-4161-95B2-A9E7BC0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1820F-DD42-4059-8137-CE0BC689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B4797-970B-4930-AE0B-413B64A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Spann3R 负责非标定几何先验，Splatfacto 负责 3DGS 表达优化。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A2A16-9C8A-4EE4-9326-EEC5322E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51688-E347-405E-B6AB-5426DB0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600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5641B-0EC6-4C4A-8583-68ADA53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移动端/视频帧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72854-8519-4524-966E-6BE8B9F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多视角输入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EDBC5-11E6-4272-B9DE-80DCA55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57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6F484-0758-47C2-BEF6-CF5D579A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1600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F121C-F350-4F72-ADDA-9D178A95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90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双筛关键帧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5D6E5-B3C5-43E6-8D8E-E9BCE2A7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9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稳定性 + 清晰度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C3F8F-86EE-45D0-A42A-4653C4E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24150"/>
            <a:ext cx="57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91A6A-0B65-4325-981A-1B899AA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33625"/>
            <a:ext cx="1600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4AEF3-0812-483D-9D2E-95EF24E1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Spann3R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A22B2-979B-4DFD-8A1D-366689C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位姿 + 初始点云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C1699-2276-4D7B-AB3B-A96287BE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57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01916-2C64-4FDD-8086-E0F0CA9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1600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DA4E2-369C-4A93-A80F-DBF32A06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90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Splatfacto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AA936-E85B-497E-8725-3722A10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9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Gaussian 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EF4B1-2C3E-48C2-A30F-8E68335B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57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7F169-541B-43B1-ACFE-B33650A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600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21784-7C06-4E18-98C5-24891DD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908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501B-20DB-4ABF-89F5-E6C90D0C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Viewer + 下载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CA9F6-2FCD-4001-B038-6C6A609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43400"/>
            <a:ext cx="922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关键设计：先把输入变得可训练，再把训练结果变得可预览、可下载。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C8BDA-9F13-448E-B972-C1C113FD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1CE25-4FCD-4F3C-8B83-AEA51FD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0770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2B8F8-CF05-4999-9067-FC8DB48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5E27B-94E7-4BBA-B1EE-E0408419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42006-1CD4-4001-816E-5F8417B7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首页从联调面板收敛为正式采集工具，但保留双重筛选表达。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857CE-A96A-42A8-97E9-1C7CEDC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F9EEB-55F3-4510-91F9-D92C26D5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BDC5A-C540-417D-BDD1-136D680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81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顶部状态条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2B84B-CD3C-4832-BFAB-F7147697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86EF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86EFAC"/>
                </a:solidFill>
                <a:latin typeface="Microsoft YaHei"/>
                <a:ea typeface="Microsoft YaHei"/>
                <a:cs typeface="Microsoft YaHei"/>
              </a:rPr>
              <a:t>稳定 / 请持稳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C6A2C-4BB0-4F18-8221-8E17764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双筛关键帧采集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4B112-F58F-4E62-8A8A-993F6221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后端就绪 / 等待服务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14DDE-978D-4B93-97B1-C953E1FD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EFFB8-65CA-407B-8775-B8B0E8F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稳定性筛选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9C934-BD26-400F-AC5F-B9E4C26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通过 / 待通过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A26D9-DF9C-4DD3-87FC-1D0A1BC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4B958-9AE8-4F80-8227-79108542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清晰度筛选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B568C-FE8D-4DA7-AA26-361C342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通过 / 检测中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CA2D5-6536-4669-9464-4F446F10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95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F6DD2-1702-4D39-867F-EB5CF69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隐藏 IMU 原始数值、长阶段说明和调试提示。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BF3E9-BD22-4D15-8A7D-BA761C9B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74F73A-23FC-4A8E-9C0E-3804265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38600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采集统计压缩为有效帧 / 总帧与淘汰原因摘要。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CE158-BFDD-4EE5-9AB2-232F4CC7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B410F-B6B9-49F2-8A19-E8B3B32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上传按钮根据采集、有效帧、服务状态给短文案。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73765-4169-49AF-9D66-AF5DC174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C9E59-FF1F-4094-A62E-8A9718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76800"/>
            <a:ext cx="541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保留外部跳转/复制方案，不新增 WebView。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3AC7C-E0CC-427D-B835-062C0F3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1221E-5011-455C-BAA0-F6BEDA2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48293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89F3B-2211-4D21-8F2B-E5C063B7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7ADC6-823A-4CF1-8FC1-03101E6C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A5F59-EDAD-4F5E-91BC-A793D695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桌面视频全流程测试覆盖上传、重建、训练、预览与下载。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51C67-8827-4257-9A83-531A23F6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ce269c984485a"/>
          <a:srcRect xmlns:a="http://schemas.openxmlformats.org/drawingml/2006/main" l="0" t="14205" r="0" b="1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38300"/>
            <a:ext cx="314325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CCA6C-AEF6-4039-AAF1-44FB122F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BC357-C2D3-44FA-90F6-206D9E0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E4F59-BE0D-4225-9989-7C9F3357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原视频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570E4-C4E9-4559-9B16-B66AF524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22.08s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F43F0-29D5-4140-80A9-61E5A9E1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384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1080x1920 / 30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4B855-1B31-472C-9243-712A5A47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15289-C12B-4381-93F1-13076924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7E7E8-21C5-4009-AD41-8B1CE149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669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抽帧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C1ECA-348B-46E8-94FC-CB02285D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66 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6428C-2E02-453F-80FE-5720B7F7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720x1280 JPG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9EE2B-FF37-49C0-83EE-AD1F6E11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045D6-7671-48AC-AF93-D0E9C20A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430EA-7C54-48D4-AC11-BFE48A36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669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BC386-B574-4C25-94D7-0FFBCC94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46.97s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14F27-BF60-4B9F-970B-86E6A8F9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384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多帧上传完成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6aec4a4f54d9f"/>
          <a:stretch xmlns:a="http://schemas.openxmlformats.org/drawingml/2006/main"/>
        </p:blipFill>
        <p:spPr>
          <a:xfrm xmlns:a="http://schemas.openxmlformats.org/drawingml/2006/main">
            <a:off x="5102972" y="3257550"/>
            <a:ext cx="4995956" cy="23812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4E302-4FF2-4459-8D7A-FE7063C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09D85-CAFC-4FC1-9C35-B03052EE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34725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C37915-AC70-49DB-80C7-2EFABE3D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0B145-FC61-422C-A91A-CC6F3D75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D4781-AF06-48F3-8726-13FE6CE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训练日志显示：关键帧先验和 3DGS 训练链路均已跑通。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10406-D149-4E31-9361-6DE0592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958a5f0e44b3c"/>
          <a:stretch xmlns:a="http://schemas.openxmlformats.org/drawingml/2006/main"/>
        </p:blipFill>
        <p:spPr>
          <a:xfrm xmlns:a="http://schemas.openxmlformats.org/drawingml/2006/main">
            <a:off x="666750" y="1792941"/>
            <a:ext cx="4381500" cy="2319618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2967b38864a45"/>
          <a:stretch xmlns:a="http://schemas.openxmlformats.org/drawingml/2006/main"/>
        </p:blipFill>
        <p:spPr>
          <a:xfrm xmlns:a="http://schemas.openxmlformats.org/drawingml/2006/main">
            <a:off x="5410200" y="1661389"/>
            <a:ext cx="5905500" cy="281132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8607B-80E9-4E9B-9698-B43E2E6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A700C-F245-4CED-915B-8C09BA6E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A3F78-7734-488A-A383-8FA3104E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Spann3R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AF900-E13E-4D6C-A226-0BDC2F2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11.95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EF451-584F-4E94-BA38-2763660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007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11 个关键帧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0C2FB-9806-48DD-AEE8-53CDD778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D9624-2333-4B67-B968-B89EB0E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73149-A956-4155-8121-C8446E76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29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点云筛选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8977C-56BC-4C98-AE70-DD589F43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3.91%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BB944-2DF8-4545-8E89-86377919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007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22105 -&gt; 864 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AC6D0-40E6-4E4E-9454-D47D1646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57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0113F-1CF7-4680-B2A7-C02CC56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57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3C8DF-85A1-4006-84CB-7A03A284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29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Splatfacto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E3BF8-F823-4C4B-B25A-4BAF1FAC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60 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1DFFB-ED32-4854-8AEE-76225242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007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Training Finished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278ED-7C09-4738-97E9-D81AED95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BD4F6-6EAF-4020-A5AE-1A946681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ACD84-69B4-447B-90B8-9946F4D6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75BC9-A3AC-4B58-B207-7064E538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578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15s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D75B2-0A33-41E8-98CE-832033AF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007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Gaussian splat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AA74A-8E8F-41D6-8D63-1F486882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055D6-D992-46CA-9AA9-2CFE154D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2455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515E8-61B5-48DF-B765-DE8F961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91026-253B-473C-979F-FC3C42EE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331A4-0B8F-4050-8CFA-E63F667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Viewer 连接证明训练结果可交互预览，不只是离线文件。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B17BA-A20E-4894-951E-99CB68D2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6b6512934459b"/>
          <a:stretch xmlns:a="http://schemas.openxmlformats.org/drawingml/2006/main"/>
        </p:blipFill>
        <p:spPr>
          <a:xfrm xmlns:a="http://schemas.openxmlformats.org/drawingml/2006/main">
            <a:off x="1167384" y="1581150"/>
            <a:ext cx="6199632" cy="430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C0B36-F3CF-4DEE-8683-87A8396F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705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C3E33-F360-4B26-912C-32776F3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预览证据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83823-4B7D-451D-9622-F4B2059B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26A1C-1CC8-4D89-B38F-B9524E7A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Viewer 已连接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78041-062F-466D-8F95-BF93D5DE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65464-F7B3-4BE6-A576-408D4EBC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相机轨迹可见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324DB-958D-49A8-BF72-9975C76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FA9A5-0AF9-4C61-876D-40BE3C3B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场景画面已加载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F7F2C-E2E2-4DCA-BE64-908E865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FDB2A-8207-4727-A184-1DC7DB98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481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可手动旋转查看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9F869-78C4-433B-8508-5432969C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说明：本轮没有可靠采集 WebGL 实际渲染 FPS，答辩中不伪造帧率指标。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247A5-24DD-48C5-8C62-0CB9D6EC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159E7-2E62-435D-867A-ADBA6C2D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06360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917B98-04FC-4F74-B4C8-A784D7FE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959D8-7A5E-4BD8-955E-515D7B7B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DOWNLOAD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69520-81C1-4010-93EE-E5D9CDAB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下载页区分原始、下采样、训练输入和 Gaussian 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92BDE-3A92-4B16-9107-A4CF5F8B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6da100e4d408d"/>
          <a:stretch xmlns:a="http://schemas.openxmlformats.org/drawingml/2006/main"/>
        </p:blipFill>
        <p:spPr>
          <a:xfrm xmlns:a="http://schemas.openxmlformats.org/drawingml/2006/main">
            <a:off x="1039368" y="1543050"/>
            <a:ext cx="5541264" cy="38481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5b5978df244bd"/>
          <a:stretch xmlns:a="http://schemas.openxmlformats.org/drawingml/2006/main"/>
        </p:blipFill>
        <p:spPr>
          <a:xfrm xmlns:a="http://schemas.openxmlformats.org/drawingml/2006/main">
            <a:off x="7239000" y="1993366"/>
            <a:ext cx="4000500" cy="18616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8794F-F8D7-4FC3-9125-E4F849C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B8BBF-7565-4867-9D8F-98B3E9B3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00550"/>
            <a:ext cx="321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优先交付下采样点云，避免直接下载完整噪声点云。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6052A-F10F-4D6B-A2EC-3FEAC9DF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37183-359A-460D-866B-D84A1D42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19650"/>
            <a:ext cx="321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Gaussian splat 作为最终 3DGS 结果，可用于后续查看。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56D4B-2972-4F59-B954-F1D798CA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14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C6438-9DF1-45AA-9C98-E1D4D73B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0"/>
            <a:ext cx="321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下载页面支持筛选、单文件和 ZIP 操作。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873B3-EABE-4FC3-93E5-307E6804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9911F-F480-42DF-ABB7-4BF4699C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18468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FEBD9-65CB-4AD5-86C0-0320C4F4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4C157-26C6-43E2-B642-04FCDF3B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4033-7C3E-4052-AD42-1450090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同卡对比中，本方案是唯一完成端到端交付的路线。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E33D9-923C-4AF1-86F0-C3D1026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c08f1781c4b3d"/>
          <a:stretch xmlns:a="http://schemas.openxmlformats.org/drawingml/2006/main"/>
        </p:blipFill>
        <p:spPr>
          <a:xfrm xmlns:a="http://schemas.openxmlformats.org/drawingml/2006/main">
            <a:off x="800100" y="1973709"/>
            <a:ext cx="6381750" cy="29105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BFF15-E299-4943-85D6-8B21892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88CBD-F864-4547-97D5-E5F8A4C0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对比结论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26BF5-5DD3-4604-BFAD-93EA3B55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240AC-C1DB-4011-AAC6-0A81BA53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COLMAP + 3DGS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D0837-0811-414A-8C2F-498D53FD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缺少 COLMAP，预处理未闭环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DC784-4AE2-42AF-BC18-1B9E5DAF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FE322-31FE-4426-92DC-EAE573FA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DUSt3R + 3DGS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1ACB9-626B-47B5-9C68-32EF1DA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独立 demo 依赖冲突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5EC6D-68E5-41DF-85A4-6374109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39DAF-B249-4C5B-9E59-BD73E0B6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NeRF / Nerfacto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CD108-F1FD-4788-B2E2-E1D7C6A2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训练可跑，但不直接交付 3DGS 点云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82F67-09A6-4ED9-B793-52503C3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BF8E7-35C8-468C-8226-19D49BE6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本项目方案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DC8D8-56D7-40A4-A8F6-4A818AD8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完成采集、训练、预览、下载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2C4E5-A319-4C0F-A4C1-1D943D7B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0EEF2-B25C-4653-8E2F-C1AB76D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92979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86D0A-A46F-4732-85BF-BBC5267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6821-B23D-4AC9-BEB7-8EABA4E2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472F2-9783-4B06-8D53-9A8EA0C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结题展示围绕三条证据线展开。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7616B-48AC-4CA9-9698-1FCBAD24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24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D2782-7EF2-421C-87D0-93BD2AE8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输入质量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039B5-CD0F-4B58-93A8-0EE8F622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首页双筛关键帧采集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4A246-B7B3-4D3D-A4AF-2D2094D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稳定性 + 清晰度过滤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16E86-6786-432B-A5F9-C409C7B7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3124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901A8-1723-4E74-8DBD-5F3BA4CB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训练链路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1F6BA-CB04-48EB-9D3C-3C1FC6A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Spann3R + Splatfacto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66464-1676-4452-962B-C1674F3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11 关键帧、60 步训练完成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2F501-514D-4096-BDD5-9C2A39CF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124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BA74A-69D6-4D67-A1B0-C0C74274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结果交付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B3433-633E-4B6A-80B0-19F5D759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Viewer + 点云下载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B559C-6680-41D9-8391-706E9AE2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Gaussian splat 与下采样点云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4D55F-BDFD-4812-947E-1FBEF603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还需要补拍：小程序首页/采集中/上传完成截图，以及更清晰的 Viewer 旋转角度。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97FEE-D4AF-48A7-8094-4CF8B53A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Spann3R + Splatfacto 移动端 3D 重建系统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7C3FF-83A5-4760-BCDC-D402C697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2740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2026-06-03T15:48:22.5470000Z</dcterms:created>
  <dcterms:modified xsi:type="dcterms:W3CDTF">2026-06-03T15:48:22.5470000Z</dcterms:modified>
</coreProperties>
</file>